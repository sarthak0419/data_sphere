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Presentation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Testing Google Drive presentation preview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